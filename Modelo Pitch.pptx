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pJLiHpsvAJUdeqbN0dlpiC3qA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F419FF-B50F-C934-3A96-159CDEDEFBE5}" v="1" dt="2023-04-27T19:33:26.205"/>
    <p1510:client id="{3C7D6100-D0AF-BD7B-C5DB-2BB2C2C9156C}" v="1" dt="2022-03-11T21:40:28.672"/>
    <p1510:client id="{FC88FAD8-C954-A41F-420B-D6FF098D07E0}" v="1" dt="2023-04-26T19:30:09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Justo Timmers" userId="S::henriquejt@edu.colegioanchieta.g12.br::7e3c0255-9cfd-4d99-aac7-0094d4775865" providerId="AD" clId="Web-{3C7D6100-D0AF-BD7B-C5DB-2BB2C2C9156C}"/>
    <pc:docChg chg="modSld">
      <pc:chgData name="Henrique Justo Timmers" userId="S::henriquejt@edu.colegioanchieta.g12.br::7e3c0255-9cfd-4d99-aac7-0094d4775865" providerId="AD" clId="Web-{3C7D6100-D0AF-BD7B-C5DB-2BB2C2C9156C}" dt="2022-03-11T21:40:28.672" v="0" actId="1076"/>
      <pc:docMkLst>
        <pc:docMk/>
      </pc:docMkLst>
      <pc:sldChg chg="modSp">
        <pc:chgData name="Henrique Justo Timmers" userId="S::henriquejt@edu.colegioanchieta.g12.br::7e3c0255-9cfd-4d99-aac7-0094d4775865" providerId="AD" clId="Web-{3C7D6100-D0AF-BD7B-C5DB-2BB2C2C9156C}" dt="2022-03-11T21:40:28.672" v="0" actId="1076"/>
        <pc:sldMkLst>
          <pc:docMk/>
          <pc:sldMk cId="0" sldId="261"/>
        </pc:sldMkLst>
        <pc:picChg chg="mod">
          <ac:chgData name="Henrique Justo Timmers" userId="S::henriquejt@edu.colegioanchieta.g12.br::7e3c0255-9cfd-4d99-aac7-0094d4775865" providerId="AD" clId="Web-{3C7D6100-D0AF-BD7B-C5DB-2BB2C2C9156C}" dt="2022-03-11T21:40:28.672" v="0" actId="1076"/>
          <ac:picMkLst>
            <pc:docMk/>
            <pc:sldMk cId="0" sldId="261"/>
            <ac:picMk id="102" creationId="{00000000-0000-0000-0000-000000000000}"/>
          </ac:picMkLst>
        </pc:picChg>
      </pc:sldChg>
    </pc:docChg>
  </pc:docChgLst>
  <pc:docChgLst>
    <pc:chgData name="Enzo Parisotto Testa" userId="S::enzopt@edu.colegioanchieta.g12.br::22f39d59-99fb-438a-91fc-6f644117e5ba" providerId="AD" clId="Web-{04F419FF-B50F-C934-3A96-159CDEDEFBE5}"/>
    <pc:docChg chg="modSld">
      <pc:chgData name="Enzo Parisotto Testa" userId="S::enzopt@edu.colegioanchieta.g12.br::22f39d59-99fb-438a-91fc-6f644117e5ba" providerId="AD" clId="Web-{04F419FF-B50F-C934-3A96-159CDEDEFBE5}" dt="2023-04-27T19:33:26.205" v="0" actId="1076"/>
      <pc:docMkLst>
        <pc:docMk/>
      </pc:docMkLst>
      <pc:sldChg chg="modSp">
        <pc:chgData name="Enzo Parisotto Testa" userId="S::enzopt@edu.colegioanchieta.g12.br::22f39d59-99fb-438a-91fc-6f644117e5ba" providerId="AD" clId="Web-{04F419FF-B50F-C934-3A96-159CDEDEFBE5}" dt="2023-04-27T19:33:26.205" v="0" actId="1076"/>
        <pc:sldMkLst>
          <pc:docMk/>
          <pc:sldMk cId="0" sldId="258"/>
        </pc:sldMkLst>
        <pc:spChg chg="mod">
          <ac:chgData name="Enzo Parisotto Testa" userId="S::enzopt@edu.colegioanchieta.g12.br::22f39d59-99fb-438a-91fc-6f644117e5ba" providerId="AD" clId="Web-{04F419FF-B50F-C934-3A96-159CDEDEFBE5}" dt="2023-04-27T19:33:26.205" v="0" actId="1076"/>
          <ac:spMkLst>
            <pc:docMk/>
            <pc:sldMk cId="0" sldId="258"/>
            <ac:spMk id="73" creationId="{00000000-0000-0000-0000-000000000000}"/>
          </ac:spMkLst>
        </pc:spChg>
      </pc:sldChg>
    </pc:docChg>
  </pc:docChgLst>
  <pc:docChgLst>
    <pc:chgData name="Luís Roberto Wallau Júnior" userId="S::luiswj@edu.colegioanchieta.g12.br::189082f4-63dc-4d58-b9cd-4bff2e22cc85" providerId="AD" clId="Web-{FC88FAD8-C954-A41F-420B-D6FF098D07E0}"/>
    <pc:docChg chg="modSld">
      <pc:chgData name="Luís Roberto Wallau Júnior" userId="S::luiswj@edu.colegioanchieta.g12.br::189082f4-63dc-4d58-b9cd-4bff2e22cc85" providerId="AD" clId="Web-{FC88FAD8-C954-A41F-420B-D6FF098D07E0}" dt="2023-04-26T19:30:09.370" v="0" actId="1076"/>
      <pc:docMkLst>
        <pc:docMk/>
      </pc:docMkLst>
      <pc:sldChg chg="modSp">
        <pc:chgData name="Luís Roberto Wallau Júnior" userId="S::luiswj@edu.colegioanchieta.g12.br::189082f4-63dc-4d58-b9cd-4bff2e22cc85" providerId="AD" clId="Web-{FC88FAD8-C954-A41F-420B-D6FF098D07E0}" dt="2023-04-26T19:30:09.370" v="0" actId="1076"/>
        <pc:sldMkLst>
          <pc:docMk/>
          <pc:sldMk cId="0" sldId="264"/>
        </pc:sldMkLst>
        <pc:spChg chg="mod">
          <ac:chgData name="Luís Roberto Wallau Júnior" userId="S::luiswj@edu.colegioanchieta.g12.br::189082f4-63dc-4d58-b9cd-4bff2e22cc85" providerId="AD" clId="Web-{FC88FAD8-C954-A41F-420B-D6FF098D07E0}" dt="2023-04-26T19:30:09.370" v="0" actId="1076"/>
          <ac:spMkLst>
            <pc:docMk/>
            <pc:sldMk cId="0" sldId="264"/>
            <ac:spMk id="1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5975" y="0"/>
            <a:ext cx="953061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443400" y="2829100"/>
            <a:ext cx="4460100" cy="18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t-BR"/>
              <a:t>Icarus</a:t>
            </a:r>
            <a:endParaRPr/>
          </a:p>
        </p:txBody>
      </p:sp>
      <p:sp>
        <p:nvSpPr>
          <p:cNvPr id="56" name="Google Shape;56;p1"/>
          <p:cNvSpPr txBox="1">
            <a:spLocks noGrp="1"/>
          </p:cNvSpPr>
          <p:nvPr>
            <p:ph type="subTitle" idx="1"/>
          </p:nvPr>
        </p:nvSpPr>
        <p:spPr>
          <a:xfrm>
            <a:off x="4903600" y="2828925"/>
            <a:ext cx="4240500" cy="18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>
                <a:solidFill>
                  <a:srgbClr val="FFFFFF"/>
                </a:solidFill>
              </a:rPr>
              <a:t>Plataformas: PC Desktop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pt-BR">
                <a:solidFill>
                  <a:srgbClr val="FFFFFF"/>
                </a:solidFill>
              </a:rPr>
            </a:br>
            <a:r>
              <a:rPr lang="pt-BR">
                <a:solidFill>
                  <a:srgbClr val="FFFFFF"/>
                </a:solidFill>
              </a:rPr>
              <a:t>Data de Entrega: Julho/2018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>
            <a:spLocks noGrp="1"/>
          </p:cNvSpPr>
          <p:nvPr>
            <p:ph type="body" idx="1"/>
          </p:nvPr>
        </p:nvSpPr>
        <p:spPr>
          <a:xfrm>
            <a:off x="1333850" y="1152475"/>
            <a:ext cx="1689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pt-BR" u="sng"/>
              <a:t>Gabriel Sehna:</a:t>
            </a:r>
            <a:r>
              <a:rPr lang="pt-BR"/>
              <a:t> Game Design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pt-BR" u="sng"/>
              <a:t>Matheus Capelari:</a:t>
            </a:r>
            <a:r>
              <a:rPr lang="pt-BR"/>
              <a:t> Game Design</a:t>
            </a:r>
            <a:endParaRPr/>
          </a:p>
        </p:txBody>
      </p:sp>
      <p:sp>
        <p:nvSpPr>
          <p:cNvPr id="62" name="Google Shape;62;p2"/>
          <p:cNvSpPr txBox="1">
            <a:spLocks noGrp="1"/>
          </p:cNvSpPr>
          <p:nvPr>
            <p:ph type="body" idx="2"/>
          </p:nvPr>
        </p:nvSpPr>
        <p:spPr>
          <a:xfrm>
            <a:off x="5402175" y="1152475"/>
            <a:ext cx="159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pt-BR" u="sng"/>
              <a:t>Matheus Toseto:</a:t>
            </a:r>
            <a:r>
              <a:rPr lang="pt-BR"/>
              <a:t> Desenvolvedor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pt-BR" u="sng"/>
              <a:t>Paulo Bittencourt:</a:t>
            </a:r>
            <a:r>
              <a:rPr lang="pt-BR"/>
              <a:t> Desenvolvedor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/>
          </a:p>
        </p:txBody>
      </p:sp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Equipe</a:t>
            </a:r>
            <a:endParaRPr/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5813" y="2770113"/>
            <a:ext cx="12763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700" y="1241450"/>
            <a:ext cx="12763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25825" y="1241450"/>
            <a:ext cx="12763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1700" y="2770113"/>
            <a:ext cx="1276350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Elevator Pitch</a:t>
            </a:r>
            <a:endParaRPr/>
          </a:p>
        </p:txBody>
      </p:sp>
      <p:sp>
        <p:nvSpPr>
          <p:cNvPr id="73" name="Google Shape;73;p3"/>
          <p:cNvSpPr txBox="1">
            <a:spLocks noGrp="1"/>
          </p:cNvSpPr>
          <p:nvPr>
            <p:ph type="body" idx="1"/>
          </p:nvPr>
        </p:nvSpPr>
        <p:spPr>
          <a:xfrm>
            <a:off x="481033" y="1057225"/>
            <a:ext cx="8520600" cy="1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pt-BR"/>
              <a:t>O jogo é um mistura dos jogos Don’t Starve e Terraria, pois ambos os jogos trabalham com mecânicas de craft e exploração. Além disso, possui um sistema de missões baseado em jogos de RPG como Cabal Online.</a:t>
            </a:r>
            <a:endParaRPr/>
          </a:p>
        </p:txBody>
      </p:sp>
      <p:pic>
        <p:nvPicPr>
          <p:cNvPr id="74" name="Google Shape;7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75" y="2877225"/>
            <a:ext cx="1935700" cy="193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89612" y="2896100"/>
            <a:ext cx="3377851" cy="193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09900" y="2942800"/>
            <a:ext cx="3022400" cy="188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Pilares do Jogo</a:t>
            </a:r>
            <a:endParaRPr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0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u="sng"/>
              <a:t>Craft:</a:t>
            </a:r>
            <a:r>
              <a:rPr lang="pt-BR"/>
              <a:t> Coleta de recursos, criação de ferramentas e evolução de construções.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u="sng"/>
              <a:t>Exploração:</a:t>
            </a:r>
            <a:r>
              <a:rPr lang="pt-BR"/>
              <a:t> Dividido em vários biomas com recursos diferenciados em cada um.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u="sng"/>
              <a:t>Missões:</a:t>
            </a:r>
            <a:r>
              <a:rPr lang="pt-BR"/>
              <a:t> Há missões primárias e secundárias, incentivando o jogador a  explorar o mapa, coletar itens e criar ferramentas e armas.</a:t>
            </a:r>
            <a:endParaRPr/>
          </a:p>
        </p:txBody>
      </p:sp>
      <p:pic>
        <p:nvPicPr>
          <p:cNvPr id="83" name="Google Shape;8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550" y="3366825"/>
            <a:ext cx="12763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7288" y="3366813"/>
            <a:ext cx="12763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4600" y="3366825"/>
            <a:ext cx="12763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10950" y="3366825"/>
            <a:ext cx="12763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81900" y="3366825"/>
            <a:ext cx="12763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63650" y="3366825"/>
            <a:ext cx="12763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58250" y="3366813"/>
            <a:ext cx="1276350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História</a:t>
            </a:r>
            <a:endParaRPr/>
          </a:p>
        </p:txBody>
      </p:sp>
      <p:sp>
        <p:nvSpPr>
          <p:cNvPr id="95" name="Google Shape;9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u="sng"/>
              <a:t>High Concept:</a:t>
            </a:r>
            <a:r>
              <a:rPr lang="pt-BR"/>
              <a:t> Ícarus precisa reconstruir a vila e vencer o terrível Rei Caveira.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 u="sng"/>
              <a:t>Evolução da história:</a:t>
            </a:r>
            <a:endParaRPr u="sng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/>
              <a:t>1) Ajudar a reconstruir a vila: Através das missões, o jogador buscará recursos para restaurar as casas.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pt-BR"/>
              <a:t>2) Construir espada lendária: Ícarus explora o mapa para encontrar os recursos necessário para construir a espada lendária.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pt-BR"/>
              <a:t>3) Assassinar o Rei Caveira: Em posse da espada lendária, Ícarus tem condições de vencer o terrível Rei Caveira.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Personagem Jogável &amp; Controle</a:t>
            </a:r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body" idx="1"/>
          </p:nvPr>
        </p:nvSpPr>
        <p:spPr>
          <a:xfrm>
            <a:off x="457200" y="1244250"/>
            <a:ext cx="5080800" cy="3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800" u="sng"/>
              <a:t>Personagem Jogável:</a:t>
            </a:r>
            <a:r>
              <a:rPr lang="pt-BR" sz="1800"/>
              <a:t>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pt-BR" sz="1800"/>
              <a:t>Icarus é o herói que retorna após o seu treinamento para ajudar a reconstruir sua vila.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pt-BR" sz="1800" u="sng"/>
              <a:t>Controles:</a:t>
            </a:r>
            <a:endParaRPr sz="1800" u="sng"/>
          </a:p>
          <a:p>
            <a:pPr marL="45720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Movimentação: botões WASD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Interação: botão E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Ataque: botão esquerdo do mouse.</a:t>
            </a:r>
            <a:endParaRPr sz="1800"/>
          </a:p>
        </p:txBody>
      </p:sp>
      <p:pic>
        <p:nvPicPr>
          <p:cNvPr id="102" name="Google Shape;10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4519" y="946287"/>
            <a:ext cx="2928842" cy="3749724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Mapa Inicial</a:t>
            </a:r>
            <a:endParaRPr/>
          </a:p>
        </p:txBody>
      </p:sp>
      <p:sp>
        <p:nvSpPr>
          <p:cNvPr id="108" name="Google Shape;108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687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400"/>
              <a:t>O mapa inicial do jogo é dividido em 3 biomas: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pt-BR" sz="1400"/>
              <a:t>Campo: Facilidade em encontrar frutas, galhos e pedras.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 sz="1400"/>
              <a:t>Deserto: Facilidade em encontrar minerais.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pt-BR" sz="1400"/>
              <a:t>Floresta: Facilidade em encontrar madeira.</a:t>
            </a:r>
            <a:endParaRPr sz="1400"/>
          </a:p>
        </p:txBody>
      </p:sp>
      <p:pic>
        <p:nvPicPr>
          <p:cNvPr id="109" name="Google Shape;10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8650" y="1152475"/>
            <a:ext cx="4833651" cy="3416399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Craft - Coleta e Criação</a:t>
            </a:r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9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 u="sng"/>
              <a:t>Inventário: </a:t>
            </a:r>
            <a:endParaRPr b="1" u="sng"/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pt-BR"/>
              <a:t>Os recursos estão disponíveis no mapa. Ao serem coletados, são enviados para o inventário.</a:t>
            </a:r>
            <a:endParaRPr/>
          </a:p>
        </p:txBody>
      </p:sp>
      <p:pic>
        <p:nvPicPr>
          <p:cNvPr id="116" name="Google Shape;11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2127617"/>
            <a:ext cx="3999900" cy="2441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6211" y="1017725"/>
            <a:ext cx="3576839" cy="24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 txBox="1">
            <a:spLocks noGrp="1"/>
          </p:cNvSpPr>
          <p:nvPr>
            <p:ph type="body" idx="2"/>
          </p:nvPr>
        </p:nvSpPr>
        <p:spPr>
          <a:xfrm>
            <a:off x="5043975" y="3635625"/>
            <a:ext cx="3201300" cy="9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 u="sng"/>
              <a:t>Criação de Ferramentas:</a:t>
            </a:r>
            <a:endParaRPr b="1" u="sng"/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pt-BR"/>
              <a:t>Para forjar os itens é necessário recolher os materiais e falar com o Ferreiro.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>
            <a:spLocks noGrp="1"/>
          </p:cNvSpPr>
          <p:nvPr>
            <p:ph type="title"/>
          </p:nvPr>
        </p:nvSpPr>
        <p:spPr>
          <a:xfrm>
            <a:off x="231018" y="43157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Inimigos</a:t>
            </a:r>
            <a:endParaRPr/>
          </a:p>
        </p:txBody>
      </p:sp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 l="3201" t="8036" r="42073"/>
          <a:stretch/>
        </p:blipFill>
        <p:spPr>
          <a:xfrm>
            <a:off x="3288363" y="1583950"/>
            <a:ext cx="2262051" cy="3100225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5" name="Google Shape;12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712" y="1620088"/>
            <a:ext cx="2033000" cy="3027949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6" name="Google Shape;126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94078" y="1583950"/>
            <a:ext cx="2338223" cy="3100224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7" name="Google Shape;12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0331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pt-BR"/>
              <a:t>Esqueleto</a:t>
            </a:r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body" idx="1"/>
          </p:nvPr>
        </p:nvSpPr>
        <p:spPr>
          <a:xfrm>
            <a:off x="3288375" y="1152475"/>
            <a:ext cx="23382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pt-BR"/>
              <a:t>Esqueleto Guardião</a:t>
            </a:r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body" idx="1"/>
          </p:nvPr>
        </p:nvSpPr>
        <p:spPr>
          <a:xfrm>
            <a:off x="6453925" y="1188700"/>
            <a:ext cx="23382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pt-BR"/>
              <a:t>Esqueleto Guerreiro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Boss</a:t>
            </a:r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body" idx="1"/>
          </p:nvPr>
        </p:nvSpPr>
        <p:spPr>
          <a:xfrm>
            <a:off x="2982825" y="1152475"/>
            <a:ext cx="272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pt-BR"/>
              <a:t>Rei Caveira</a:t>
            </a:r>
            <a:endParaRPr/>
          </a:p>
        </p:txBody>
      </p:sp>
      <p:pic>
        <p:nvPicPr>
          <p:cNvPr id="136" name="Google Shape;136;p10" descr="Resultado de imagem para esqueleto he man"/>
          <p:cNvPicPr preferRelativeResize="0"/>
          <p:nvPr/>
        </p:nvPicPr>
        <p:blipFill rotWithShape="1">
          <a:blip r:embed="rId3">
            <a:alphaModFix/>
          </a:blip>
          <a:srcRect l="14925" r="15294"/>
          <a:stretch/>
        </p:blipFill>
        <p:spPr>
          <a:xfrm>
            <a:off x="2982713" y="1645028"/>
            <a:ext cx="2720312" cy="2923850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>
            <a:spLocks noGrp="1"/>
          </p:cNvSpPr>
          <p:nvPr>
            <p:ph type="title" idx="4294967295"/>
          </p:nvPr>
        </p:nvSpPr>
        <p:spPr>
          <a:xfrm>
            <a:off x="457200" y="205978"/>
            <a:ext cx="82296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Obrigado!!!</a:t>
            </a:r>
            <a:endParaRPr/>
          </a:p>
        </p:txBody>
      </p:sp>
      <p:pic>
        <p:nvPicPr>
          <p:cNvPr id="142" name="Google Shape;14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1200178"/>
            <a:ext cx="4572000" cy="34290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Simple Dark</vt:lpstr>
      <vt:lpstr>Icarus</vt:lpstr>
      <vt:lpstr>Equipe</vt:lpstr>
      <vt:lpstr>Elevator Pitch</vt:lpstr>
      <vt:lpstr>Pilares do Jogo</vt:lpstr>
      <vt:lpstr>História</vt:lpstr>
      <vt:lpstr>Personagem Jogável &amp; Controle</vt:lpstr>
      <vt:lpstr>Mapa Inicial</vt:lpstr>
      <vt:lpstr>Craft - Coleta e Criação</vt:lpstr>
      <vt:lpstr>Inimigos</vt:lpstr>
      <vt:lpstr>Boss</vt:lpstr>
      <vt:lpstr>Obrigado!!!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Icarus</dc:title>
  <cp:revision>1</cp:revision>
  <dcterms:modified xsi:type="dcterms:W3CDTF">2023-04-27T19:33:26Z</dcterms:modified>
</cp:coreProperties>
</file>